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F3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560320"/>
            <a:ext cx="457200" cy="5486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3774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D9488"/>
                </a:solidFill>
                <a:latin typeface="Calibri"/>
              </a:rPr>
              <a:t>KI-Adoptions-Analyse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834640"/>
            <a:ext cx="100584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Calibri"/>
              </a:rPr>
              <a:t>Hotel Alpenblick Garmisch GmbH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1148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FDF8F0"/>
                </a:solidFill>
                <a:latin typeface="Calibri"/>
              </a:rPr>
              <a:t>Multi-Agent-Analyse · Hospitality · DACH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0350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D9488"/>
                </a:solidFill>
                <a:latin typeface="Calibri"/>
              </a:rPr>
              <a:t>AI-Adoption-Studio · MVP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8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D9488"/>
                </a:solidFill>
                <a:latin typeface="Calibri"/>
              </a:rPr>
              <a:t>EXECUTIVE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F1F3D"/>
                </a:solidFill>
                <a:latin typeface="Calibri"/>
              </a:rPr>
              <a:t>Worauf der CEO antwortet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828800"/>
            <a:ext cx="111556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475569"/>
                </a:solidFill>
                <a:latin typeface="Calibri"/>
              </a:rPr>
              <a:t>Ja, investieren — aber mit klarer Priorität: CRM/Re-Booking und Email-Triage zuerst, weil beide unter 6 Monaten amortisiert sind und direkt Ihre Personalkostenquote von 38,5 % entlasten sowie OTA-Provisionen reduzieren. Das Gesamtpaket kostet Sie im ersten Jahr rund 72.000 € (Setup, Lizenzen, interner Aufwand) und bringt konservativ 70.900 € Einsparung in Year 1 und 248.100 € über drei Jahre — Break-even nach 12,2 Monaten, 3-Jahres-ROI 245 %. Einen Use-Case sollten Sie vorerst zurückstellen: Schichtplan-Automation hat einen Payback von 28 Monaten und 9 % ROI — das lohnt sich nur, wenn Sie akut Compliance-Druck aus dem Zwei-Länder-Betrieb (DE/AT) spüren, sonst Phase 2. Die Voraussetzung für alles: Ihre n8n-Instanz braucht vom ersten Tag an einen festen technischen Ansprechpartner — intern oder extern — sonst wird sie zur Blackbox, die den gesamten Stack blockiert.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F1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528816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Hotel Alpenblick Garmisch GmbH · KI-Adoptions-Analyse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62895" y="6528816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Calibri"/>
              </a:rPr>
              <a:t>2 / 9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8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D9488"/>
                </a:solidFill>
                <a:latin typeface="Calibri"/>
              </a:rPr>
              <a:t>KENNZAHLEN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F1F3D"/>
                </a:solidFill>
                <a:latin typeface="Calibri"/>
              </a:rPr>
              <a:t>Die Zahlen, in 30 Sekunden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194560"/>
            <a:ext cx="2651760" cy="2377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246888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6B7280"/>
                </a:solidFill>
                <a:latin typeface="Calibri"/>
              </a:rPr>
              <a:t>INVESTMENT Y1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3017520"/>
            <a:ext cx="21945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F1F3D"/>
                </a:solidFill>
                <a:latin typeface="Calibri"/>
              </a:rPr>
              <a:t>71,960 €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83280" y="2194560"/>
            <a:ext cx="2651760" cy="2377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11880" y="246888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6B7280"/>
                </a:solidFill>
                <a:latin typeface="Calibri"/>
              </a:rPr>
              <a:t>SAVINGS Y1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11880" y="3017520"/>
            <a:ext cx="21945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F1F3D"/>
                </a:solidFill>
                <a:latin typeface="Calibri"/>
              </a:rPr>
              <a:t>70,900 €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2194560"/>
            <a:ext cx="2651760" cy="2377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46520" y="246888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6B7280"/>
                </a:solidFill>
                <a:latin typeface="Calibri"/>
              </a:rPr>
              <a:t>SAVINGS 3J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46520" y="3017520"/>
            <a:ext cx="21945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F1F3D"/>
                </a:solidFill>
                <a:latin typeface="Calibri"/>
              </a:rPr>
              <a:t>248,100 €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052560" y="2194560"/>
            <a:ext cx="2651760" cy="2377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281160" y="246888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6B7280"/>
                </a:solidFill>
                <a:latin typeface="Calibri"/>
              </a:rPr>
              <a:t>PAYBACK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281160" y="3017520"/>
            <a:ext cx="21945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F1F3D"/>
                </a:solidFill>
                <a:latin typeface="Calibri"/>
              </a:rPr>
              <a:t>12.2 Mo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5029200"/>
            <a:ext cx="111556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75569"/>
                </a:solidFill>
                <a:latin typeface="Calibri"/>
              </a:rPr>
              <a:t>Das Gesamt-Investment von rund 72.000 € im ersten Jahr (Setup, Lizenzen, interner Aufwand) steht einem konservativen Einspar-Potenzial von 70.900 € in Year 1 und 248.100 € über drei Jahre gegenüber — der Break-even liegt bei 12,2 Monaten, der 3-Year-ROI bei 245 %. Die stärksten Einzelhebel sind CRM/Re-Booking und Email-Triage mit Paybacks unter 6 Monaten; beide adressieren direkt die kritische Personal-Quote von 38,5 % und reduzieren OTA-Provisions-Abfluss. Der WhatsApp-Concierge-Bot (23 Monate) und vor allem die Schichtplan-Automation (28 Monate, 9 % 3-Year-ROI) sind finanziell schwache Use-Cases — Schichtplanung sollte nur gestartet werden, wenn der operative Schmerz (Compliance-Risiko, HR-Aufwand) das schwache ROI-Profil rechtfertigt, andernfalls in Phase 2 verschieben.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F1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6528816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Hotel Alpenblick Garmisch GmbH · KI-Adoptions-Analyse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362895" y="6528816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Calibri"/>
              </a:rPr>
              <a:t>3 / 9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8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D9488"/>
                </a:solidFill>
                <a:latin typeface="Calibri"/>
              </a:rPr>
              <a:t>PROZESS-AUDIT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F1F3D"/>
                </a:solidFill>
                <a:latin typeface="Calibri"/>
              </a:rPr>
              <a:t>5 Prozesse identifiziert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7373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75569"/>
                </a:solidFill>
                <a:latin typeface="Calibri"/>
              </a:rPr>
              <a:t>Der größte Hebel liegt in der Kombination aus Direkt-Buchungs-Stärkung (CRM/Newsletter) und Entlastung des Front-Office (Reservierungs-Automation + Onboarding) — beides wirkt direkt auf die kritische Personalquote von 38,5% und reduziert OTA-Provisions-Abfluss. Review-Automation ist der schnellste Quick-Win mit niedrigstem Implementierungsaufwand und unmittelbarem Reputations-Effekt. Alle fünf Maßnahmen sind Mews-kompatibel umsetzbar, EU-DSGVO-konform realisierbar und erfordern kein Replatforming — das gesamte Einspar-Potenzial liegt konservativ bei rund 97.700 € pro Jahr bei ~53 gebundenen Stunden/Woche, die heute manuell aufgewendet werden.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5603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F1F3D"/>
                </a:solidFill>
                <a:latin typeface="Calibri"/>
              </a:rPr>
              <a:t>Reservierungs-Bearbeitung (Email &amp; Telefon-Nachbearbeitung)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52160" y="256032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75569"/>
                </a:solidFill>
                <a:latin typeface="Calibri"/>
              </a:rPr>
              <a:t>22.0 h/Wo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25603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D9488"/>
                </a:solidFill>
                <a:latin typeface="Calibri"/>
              </a:rPr>
              <a:t>Potenzial: high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0632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F1F3D"/>
                </a:solidFill>
                <a:latin typeface="Calibri"/>
              </a:rPr>
              <a:t>Review-Management &amp; Reputations-Antworten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52160" y="306324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75569"/>
                </a:solidFill>
                <a:latin typeface="Calibri"/>
              </a:rPr>
              <a:t>6.5 h/Wo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0" y="30632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D9488"/>
                </a:solidFill>
                <a:latin typeface="Calibri"/>
              </a:rPr>
              <a:t>Potenzial: high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5661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F1F3D"/>
                </a:solidFill>
                <a:latin typeface="Calibri"/>
              </a:rPr>
              <a:t>Front-Office Onboarding &amp; Wissenstransfer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52160" y="356616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75569"/>
                </a:solidFill>
                <a:latin typeface="Calibri"/>
              </a:rPr>
              <a:t>12.0 h/Wo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0" y="35661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D9488"/>
                </a:solidFill>
                <a:latin typeface="Calibri"/>
              </a:rPr>
              <a:t>Potenzial: high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40690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F1F3D"/>
                </a:solidFill>
                <a:latin typeface="Calibri"/>
              </a:rPr>
              <a:t>CRM &amp; Newsletter / Re-Booking-Kommunikation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52160" y="406908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75569"/>
                </a:solidFill>
                <a:latin typeface="Calibri"/>
              </a:rPr>
              <a:t>4.0 h/Wo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0" y="40690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D9488"/>
                </a:solidFill>
                <a:latin typeface="Calibri"/>
              </a:rPr>
              <a:t>Potenzial: high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45720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F1F3D"/>
                </a:solidFill>
                <a:latin typeface="Calibri"/>
              </a:rPr>
              <a:t>Schichtplanung &amp; Krankheits-Disposition (3 Standorte)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852160" y="457200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75569"/>
                </a:solidFill>
                <a:latin typeface="Calibri"/>
              </a:rPr>
              <a:t>9.0 h/Wo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0" y="45720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D9488"/>
                </a:solidFill>
                <a:latin typeface="Calibri"/>
              </a:rPr>
              <a:t>Potenzial: medium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F1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6528816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Hotel Alpenblick Garmisch GmbH · KI-Adoptions-Analyse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362895" y="6528816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Calibri"/>
              </a:rPr>
              <a:t>4 / 9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8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D9488"/>
                </a:solidFill>
                <a:latin typeface="Calibri"/>
              </a:rPr>
              <a:t>USE-CASES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F1F3D"/>
                </a:solidFill>
                <a:latin typeface="Calibri"/>
              </a:rPr>
              <a:t>7 Use-Cases · 3 Quick Wins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7373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75569"/>
                </a:solidFill>
                <a:latin typeface="Calibri"/>
              </a:rPr>
              <a:t>Die drei Quick Wins für die ersten 60 Tage sind Review-Autopilot, Email-Triage-Klassifikation und der Mews/SiteMinder-Synchronisations-Alarm. Der Review-Autopilot ist der schnellste Start: kein Stack-Eingriff, sofort sichtbarer Reputations-Effekt und intern leicht zu kommunizieren — er schafft Vertrauen ins KI-Programm. Die Email-Triage-Klassifikation adressiert den größten täglichen Frustrationspunkt der 78 MA und zeigt unmittelbar Stunden-Entlastung im Front-Office. Der Synchronisations-Alarm ist rein technisch, in einer Woche deploybar und verhindert aktiv kostspieligen Schaden — drei Use-Cases, drei verschiedene Wirkungsebenen (Reputation, Personal, Risiko), die zusammen die interne Akzeptanz für die komplexeren Phase-2-Projekte (Schichtplanung, Onboarding-RAG) massiv erhöhen.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560320"/>
            <a:ext cx="914400" cy="27432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5603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QUICK WIN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20" y="25603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F1F3D"/>
                </a:solidFill>
                <a:latin typeface="Calibri"/>
              </a:rPr>
              <a:t>Review-Autopilot (Booking, TripAdvisor, Google)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9260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75569"/>
                </a:solidFill>
                <a:latin typeface="Calibri"/>
              </a:rPr>
              <a:t>Antwortzeit sinkt von 8 Tagen auf unter 24h, Antwortquote steigt von 59% auf 95%+ — direkt messbar in Booking.com-Score und Google-Ranking ohne zusätzliches Personal.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337560"/>
            <a:ext cx="914400" cy="27432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333756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QUICK WIN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45920" y="33375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F1F3D"/>
                </a:solidFill>
                <a:latin typeface="Calibri"/>
              </a:rPr>
              <a:t>Email-Triage &amp; Reservierungs-Bestätigung Automation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37033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75569"/>
                </a:solidFill>
                <a:latin typeface="Calibri"/>
              </a:rPr>
              <a:t>Ca. 60-70% der eingehenden Reservierungs-Emails werden ohne manuellen Touch-Point bearbeitet — 15+ Stunden/Woche werden im Front-Office freigesetzt, Antwortzeiten sinken von Stunde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1148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F1F3D"/>
                </a:solidFill>
                <a:latin typeface="Calibri"/>
              </a:rPr>
              <a:t>Interner Onboarding-Chatbot 'AlpenWissen'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44805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75569"/>
                </a:solidFill>
                <a:latin typeface="Calibri"/>
              </a:rPr>
              <a:t>Buddy-Zeit für neue MA reduziert sich von 4-6 Wochen auf 1-2 Wochen, Senior-Stunden werden für operative Aufgaben freigegeben — besonders kritisch bei simultaner Fluktuation an meh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48920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F1F3D"/>
                </a:solidFill>
                <a:latin typeface="Calibri"/>
              </a:rPr>
              <a:t>CRM-Newsletter &amp; Post-Stay Re-Booking-Flow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5257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75569"/>
                </a:solidFill>
                <a:latin typeface="Calibri"/>
              </a:rPr>
              <a:t>Re-Booking-Quote steigt durch systematische Direktansprache, OTA-Provisions-Abfluss (15-22% pro Buchung) wird für reaktivierte Stammgäste eliminiert — größter einzelner Umsatz-Hebe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56692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F1F3D"/>
                </a:solidFill>
                <a:latin typeface="Calibri"/>
              </a:rPr>
              <a:t>WhatsApp-Concierge-Bot (Pre-Stay &amp; In-Stay)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6035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75569"/>
                </a:solidFill>
                <a:latin typeface="Calibri"/>
              </a:rPr>
              <a:t>Telefonisches Anfragevolumen sinkt messbar, Gästezufriedenheit steigt durch sofortige Erreichbarkeit — Front-Office-Entlastung besonders zur Hochsaison, wenn Telefonleitung und Tre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F1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6528816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Hotel Alpenblick Garmisch GmbH · KI-Adoptions-Analyse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362895" y="6528816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Calibri"/>
              </a:rPr>
              <a:t>5 / 9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8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D9488"/>
                </a:solidFill>
                <a:latin typeface="Calibri"/>
              </a:rPr>
              <a:t>TOOL-EMPFEHLUNGEN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F1F3D"/>
                </a:solidFill>
                <a:latin typeface="Calibri"/>
              </a:rPr>
              <a:t>Stack-Vorschlag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7373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75569"/>
                </a:solidFill>
                <a:latin typeface="Calibri"/>
              </a:rPr>
              <a:t>Der finale Stack konsolidiert sich auf drei tragende Infrastruktur-Schichten: n8n (self-hosted, DE/AT VPS) als DSGVO-sichere Automatisierungs-Zentrale für Email-Triage, CRM-Flows und OTA-Monitoring, Claude API als einheitliches LLM-Backend für alle Generierungs- und Klassifikations-Tasks, sowie Speziallösungen für die produktreifen Hospitality-Kernprozesse (TrustYou für Reviews, Chatlyn für WhatsApp, Planday für Schichtplanung). Die größte Reibung entsteht beim Schichtplanung-Rollout: Planday erfordert initiale Datenmigration aller 78 MA aus Excel mit Qualifikationsprofilen und Tarifregeln für drei Standorte in zwei Ländern (Deutschland + Österreich für Salzburg) — das ist ein 4-6-Wochen-Projekt mit HR-Involvement, nicht ein IT-Deployment. Zweite Reibungsstelle ist die n8n-Instanz selbst: sie braucht einen internen oder externen technischen Ansprechpartner für Wartung und Monitoring — ohne diesen wird sie zur Single-Point-of-Failure-Blackbox.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5603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F1F3D"/>
                </a:solidFill>
                <a:latin typeface="Calibri"/>
              </a:rPr>
              <a:t>Review-Autopilot (Booking, TripAdvisor, Google)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25603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D9488"/>
                </a:solidFill>
                <a:latin typeface="Calibri"/>
              </a:rPr>
              <a:t>TrustYou (mit Claude-API-Backend für Antwort-Generierung)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25603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75569"/>
                </a:solidFill>
                <a:latin typeface="Calibri"/>
              </a:rPr>
              <a:t>380 €/Mo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0632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F1F3D"/>
                </a:solidFill>
                <a:latin typeface="Calibri"/>
              </a:rPr>
              <a:t>Email-Triage &amp; Reservierungs-Bestätigung Automation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0" y="30632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D9488"/>
                </a:solidFill>
                <a:latin typeface="Calibri"/>
              </a:rPr>
              <a:t>n8n (self-hosted, EU) + Claude API + Mews API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0" y="30632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75569"/>
                </a:solidFill>
                <a:latin typeface="Calibri"/>
              </a:rPr>
              <a:t>290 €/Mo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56616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F1F3D"/>
                </a:solidFill>
                <a:latin typeface="Calibri"/>
              </a:rPr>
              <a:t>Interner Onboarding-Chatbot 'AlpenWissen'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0" y="35661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D9488"/>
                </a:solidFill>
                <a:latin typeface="Calibri"/>
              </a:rPr>
              <a:t>Botpress (Cloud EU) + Claude API (RAG via eigenes Embedding-Store)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0" y="35661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75569"/>
                </a:solidFill>
                <a:latin typeface="Calibri"/>
              </a:rPr>
              <a:t>310 €/Mo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40690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F1F3D"/>
                </a:solidFill>
                <a:latin typeface="Calibri"/>
              </a:rPr>
              <a:t>CRM-Newsletter &amp; Post-Stay Re-Booking-Flow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0" y="40690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D9488"/>
                </a:solidFill>
                <a:latin typeface="Calibri"/>
              </a:rPr>
              <a:t>Brevo (EU-gehostet) + n8n + Claude API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0" y="40690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75569"/>
                </a:solidFill>
                <a:latin typeface="Calibri"/>
              </a:rPr>
              <a:t>420 €/Mo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45720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F1F3D"/>
                </a:solidFill>
                <a:latin typeface="Calibri"/>
              </a:rPr>
              <a:t>WhatsApp-Concierge-Bot (Pre-Stay &amp; In-Stay)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7920" y="45720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D9488"/>
                </a:solidFill>
                <a:latin typeface="Calibri"/>
              </a:rPr>
              <a:t>Chatlyn (Hospitality-spezialisiert, WhatsApp-Business-API nativ)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0" y="45720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75569"/>
                </a:solidFill>
                <a:latin typeface="Calibri"/>
              </a:rPr>
              <a:t>490 €/Mo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F1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6528816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Hotel Alpenblick Garmisch GmbH · KI-Adoptions-Analyse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362895" y="6528816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Calibri"/>
              </a:rPr>
              <a:t>6 / 9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8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D9488"/>
                </a:solidFill>
                <a:latin typeface="Calibri"/>
              </a:rPr>
              <a:t>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F1F3D"/>
                </a:solidFill>
                <a:latin typeface="Calibri"/>
              </a:rPr>
              <a:t>3 Phasen · 72 Personentage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011680"/>
            <a:ext cx="3749039" cy="40233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194560"/>
            <a:ext cx="33832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D9488"/>
                </a:solidFill>
                <a:latin typeface="Calibri"/>
              </a:rPr>
              <a:t>PHASE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560320"/>
            <a:ext cx="338327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F1F3D"/>
                </a:solidFill>
                <a:latin typeface="Calibri"/>
              </a:rPr>
              <a:t>Quick-Wins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154680"/>
            <a:ext cx="33832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Calibri"/>
              </a:rPr>
              <a:t>0-3 Monate · 18 PT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611880"/>
            <a:ext cx="3383279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75569"/>
                </a:solidFill>
                <a:latin typeface="Calibri"/>
              </a:rPr>
              <a:t>Das Front-Office-Team erlebt innerhalb von 4-8 Wochen spürbare Entlastung: Review-Antworten laufen quasi automatisch, Overbooking-Alarme laufen in Echtzeit, und über 60% der eingehenden Reservierungs-Emails werden ohne manuellen Touch-Point verarbeitet. Die n8n-Instanz steht als wiederverwendbare Au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34839" y="2011680"/>
            <a:ext cx="3749039" cy="40233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F1F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17719" y="2194560"/>
            <a:ext cx="33832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F1F3D"/>
                </a:solidFill>
                <a:latin typeface="Calibri"/>
              </a:rPr>
              <a:t>PHASE 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17719" y="2560320"/>
            <a:ext cx="338327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F1F3D"/>
                </a:solidFill>
                <a:latin typeface="Calibri"/>
              </a:rPr>
              <a:t>Foundation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17719" y="3154680"/>
            <a:ext cx="33832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Calibri"/>
              </a:rPr>
              <a:t>3-6 Monate · 22 PT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17719" y="3611880"/>
            <a:ext cx="3383279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75569"/>
                </a:solidFill>
                <a:latin typeface="Calibri"/>
              </a:rPr>
              <a:t>Das Hotel verfügt über eine strukturierte Gästedaten- und CRM-Infrastruktur, die erstmals systematische Direktbuchungs-Kommunikation ermöglicht und den OTA-Provisions-Abfluss für Stammgäste messbar reduziert. Gleichzeitig beschleunigt AlpenWissen das Onboarding neuer Mitarbeitender signifikant und 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321038" y="2011680"/>
            <a:ext cx="3749039" cy="40233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03918" y="2194560"/>
            <a:ext cx="33832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59E0B"/>
                </a:solidFill>
                <a:latin typeface="Calibri"/>
              </a:rPr>
              <a:t>PHASE 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03918" y="2560320"/>
            <a:ext cx="338327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F1F3D"/>
                </a:solidFill>
                <a:latin typeface="Calibri"/>
              </a:rPr>
              <a:t>Scale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03918" y="3154680"/>
            <a:ext cx="33832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Calibri"/>
              </a:rPr>
              <a:t>6-12 Monate · 32 PT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18" y="3611880"/>
            <a:ext cx="3383279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75569"/>
                </a:solidFill>
                <a:latin typeface="Calibri"/>
              </a:rPr>
              <a:t>Der Gästekontakt wird durch den WhatsApp-Concierge-Bot rund um die Uhr skalierbar — besonders zur Hochsaison entlastet dies Tresen und Telefonleitung gleichzeitig. Die standortübergreifende Schichtplan-Automation eliminiert Excel-Chaos und reduziert den operativen Feuerwehr-Aufwand bei Krankheitsaus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6217920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59E0B"/>
                </a:solidFill>
                <a:latin typeface="Calibri"/>
              </a:rPr>
              <a:t>Critical Path: Die n8n-Instanz (self-hosted, EU) ist der technische Engpass der gesamten Roadmap: Sie muss in Phase 1 stabil aufgesetzt sein, da sowohl der OTA-Synchronisations-Alarm als auch die Email-Triage und der spätere CRM-Re-Booking-Flow (Phase 2) darauf aufbauen — ein verzögertes oder instabiles Setup blockiert kaskadierend alle nachgelagerten Use-Cases und verzögert insbesondere den mit 396% 3-Jahres-ROI stärksten Hebel (CRM-Flow).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F1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6528816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Hotel Alpenblick Garmisch GmbH · KI-Adoptions-Analyse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362895" y="6528816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Calibri"/>
              </a:rPr>
              <a:t>7 / 9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8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D9488"/>
                </a:solidFill>
                <a:latin typeface="Calibri"/>
              </a:rPr>
              <a:t>COMPLIANCE-HINWEISE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0F1F3D"/>
                </a:solidFill>
                <a:latin typeface="Calibri"/>
              </a:rPr>
              <a:t>5 von 7 Use-Cases mit Aufmerksamkeitsbedarf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7373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75569"/>
                </a:solidFill>
                <a:latin typeface="Calibri"/>
              </a:rPr>
              <a:t>Die Hotel Alpenblick Garmisch GmbH betreibt drei Standorte in zwei Ländern (Deutschland/Bayern und Österreich/Salzburg) — das erfordert ein Verarbeitungsverzeichnis nach Art. 30 DSGVO, das beide Rechtsräume abbildet, sowie AVVs mit allen eingesetzten KI-Anbietern (Anthropic, TrustYou, Chatlyn, Botpress, Brevo, Planday) vor Produktivbetrieb. Für den Schichtplan-Use-Case ist eine DSFA nach Art. 35 DSGVO verpflichtend; für alle übrigen Use-Cases empfiehlt sich zumindest eine vereinfachte Risikoprüfung im Verarbeitungsverzeichnis. Im Online-Buchungs-Flow und im WhatsApp-Kanal sollte ein einheitlicher Transparenz-Hinweis auf KI-Unterstützung integriert werden, um Transparenzpflichten nach EU AI Act Art. 52 konsistent zu erfüllen.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56032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F1F3D"/>
                </a:solidFill>
                <a:latin typeface="Calibri"/>
              </a:rPr>
              <a:t>Review-Autopilot (Booking, TripAdvisor, Google)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0" y="25603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59E0B"/>
                </a:solidFill>
                <a:latin typeface="Calibri"/>
              </a:rPr>
              <a:t>DSGVO · AI-Act: limited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01752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F1F3D"/>
                </a:solidFill>
                <a:latin typeface="Calibri"/>
              </a:rPr>
              <a:t>Email-Triage &amp; Reservierungs-Bestätigung Automation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0" y="30175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59E0B"/>
                </a:solidFill>
                <a:latin typeface="Calibri"/>
              </a:rPr>
              <a:t>DSGVO · AI-Act: limited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47472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F1F3D"/>
                </a:solidFill>
                <a:latin typeface="Calibri"/>
              </a:rPr>
              <a:t>Interner Onboarding-Chatbot 'AlpenWissen'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0" y="34747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59E0B"/>
                </a:solidFill>
                <a:latin typeface="Calibri"/>
              </a:rPr>
              <a:t>—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93192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F1F3D"/>
                </a:solidFill>
                <a:latin typeface="Calibri"/>
              </a:rPr>
              <a:t>CRM-Newsletter &amp; Post-Stay Re-Booking-Flow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0" y="39319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59E0B"/>
                </a:solidFill>
                <a:latin typeface="Calibri"/>
              </a:rPr>
              <a:t>DSGVO · AI-Act: limited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438912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F1F3D"/>
                </a:solidFill>
                <a:latin typeface="Calibri"/>
              </a:rPr>
              <a:t>WhatsApp-Concierge-Bot (Pre-Stay &amp; In-Stay)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0" y="43891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59E0B"/>
                </a:solidFill>
                <a:latin typeface="Calibri"/>
              </a:rPr>
              <a:t>DSGVO · AI-Act: limited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400800"/>
            <a:ext cx="11155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Calibri"/>
              </a:rPr>
              <a:t>Diese Hinweise ersetzen keine Rechtsberatung. Vor Umsetzung mit DSGVO-Beauftragten und Anwalt prüfen.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F1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6528816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Hotel Alpenblick Garmisch GmbH · KI-Adoptions-Analyse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362895" y="6528816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Calibri"/>
              </a:rPr>
              <a:t>8 / 9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F3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D9488"/>
                </a:solidFill>
                <a:latin typeface="Calibri"/>
              </a:rPr>
              <a:t>NÄCHSTE SCHRITTE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Was wir konkret gemeinsam tun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377440"/>
            <a:ext cx="10515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>
                <a:solidFill>
                  <a:srgbClr val="FDF8F0"/>
                </a:solidFill>
                <a:latin typeface="Calibri"/>
              </a:rPr>
              <a:t>•  1. Quick-Win-Auswahl &amp; Make-or-Buy-Entscheidung (Workshop 2h)</a:t>
            </a:r>
          </a:p>
          <a:p>
            <a:pPr algn="l"/>
            <a:r>
              <a:rPr sz="1800">
                <a:solidFill>
                  <a:srgbClr val="FDF8F0"/>
                </a:solidFill>
                <a:latin typeface="Calibri"/>
              </a:rPr>
              <a:t>•  2. Tool-Procurement + AVV-Setup für die Top-3 Use-Cases</a:t>
            </a:r>
          </a:p>
          <a:p>
            <a:pPr algn="l"/>
            <a:r>
              <a:rPr sz="1800">
                <a:solidFill>
                  <a:srgbClr val="FDF8F0"/>
                </a:solidFill>
                <a:latin typeface="Calibri"/>
              </a:rPr>
              <a:t>•  3. Implementierungs-Sprint Phase 1 (0-3 Monate)</a:t>
            </a:r>
          </a:p>
          <a:p>
            <a:pPr algn="l"/>
            <a:r>
              <a:rPr sz="1800">
                <a:solidFill>
                  <a:srgbClr val="FDF8F0"/>
                </a:solidFill>
                <a:latin typeface="Calibri"/>
              </a:rPr>
              <a:t>•  4. KPI-Tracking &amp; Re-Run nach 90 Tagen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F1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28816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Hotel Alpenblick Garmisch GmbH · KI-Adoptions-Analyse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62895" y="6528816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Calibri"/>
              </a:rPr>
              <a:t>9 / 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